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FB63-5B15-EACC-6CA2-509CC1541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5012-6393-D28E-EB1C-026D89720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50BC-E47D-FFA5-B5CB-39AE83D8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B9EA-4FFD-CE05-B883-D80671F1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8875D-29BC-97D6-C85D-8F456338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0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4011-9E08-E0E7-503A-1A82E337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B798-38D9-2F67-DBED-78D85A1AC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D18C7-7170-FCA4-381B-3CBFE52B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5424F-9373-3C75-98E3-36417CC2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46572-E9EF-720C-ADC6-3F21FB37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1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E7FA-9141-517B-30F6-D17E0774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9345F-E2A7-8DB6-CBA8-B2BE15985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8F193-7FBF-AF9A-97AE-97C258C3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7382-675A-F620-F5B5-2500F520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460DB-73B3-5D58-3A11-FA4B1CAB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1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1610-B7F4-9B80-2E07-FD1A789F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DB2E-3FCD-E37B-4C50-0EC496B9E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DE672-7330-436D-0190-8D0BD280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D168-2771-20F9-BB4B-8823F78B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59FF1-783D-21E9-D3AB-30D605DD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ACBA-89BB-9D15-9349-1B9B62A8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5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EECC-9A1A-4165-FC04-888FD82D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0BC1E-B77C-1C78-5A8B-4E334D8E2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40024-89B4-EFE0-62AD-5E49504AB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CB952-9B67-F81A-AAAF-BDF25F74B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49A1D-2C5F-6CB3-D51F-394DD8753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A65F1-D8D3-4D69-A740-3A088C7B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01C2B-85BC-9528-9551-47E4D647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4CC79-973B-D04B-B25E-9FB23963F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4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52E6-3B6F-7B59-24AB-C9FE7684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F4D1-BC98-D97E-D246-1F80B1B2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7CAF2-B3F2-DA0A-32E5-4C88F180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1ECD0-E8B8-9FBA-C8E6-8429A3D5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D0A85-8078-41A2-B646-B5732B44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E327D-C558-B810-C1E9-535AAB0A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772B5-3CE7-A39A-D778-DEDD30DA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0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BE1E-000B-A3F6-4103-EBDA882B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745E2-92C8-0263-29CD-811EB27B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B39FA-D67E-7FF7-0B1D-DCF091D95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B249B-9714-01AE-DC30-35C08E2B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057AF-A94F-76E2-27C5-5A9CBEE9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44FCA-17BE-2E47-0798-84925D6A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8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A94C-8995-4150-2574-D6FB182E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43F36-16A3-B746-3ADE-19B710D75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F0290-5E3F-0D3E-76EA-F7AA1A944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6F1A4-77C2-34A7-0FC8-A7C6DA41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418A9-2474-56E0-7913-1038599E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C3F24-D005-49A9-1AAE-86D49B61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8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F5D5-CB2F-E7B0-FDF4-B51A4364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FA2BE-217E-320C-C429-A76B72B46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DFCE5-F237-1E6B-A975-AB62B87F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97F2-B38B-1B67-D0A7-DEBA7270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754B-B316-8F68-C269-8EFCB8A5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8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0870A-BF9C-A58A-343B-F69BD3252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41E0E-D028-52F2-DC03-D7B90811D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D8634-6033-8BC6-DEEC-9E4778DA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FFF1-8AB1-007B-82C2-37159C0E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93E-FDBD-DFC1-7D02-7E4D77A8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2BC0A-4D24-229A-1C92-69D62486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B63B-4491-3E6F-EA8C-FE378114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E0C5F-AF55-B44A-B145-4C247FB49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DE44A-B0D4-9446-B36A-9BD5069F852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6A912-B23F-E6CC-1D5D-D8AB17D8E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12E80-EA2C-8850-4726-D32D5A92B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AB92A-004C-DD47-9E58-00C1C99D0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F697-C302-9818-C65F-DDC2E108E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Yo</a:t>
            </a:r>
            <a:r>
              <a:rPr lang="en-US"/>
              <a:t> how far 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7955C-779B-4B9E-C48E-B4CD5F2EE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chaley</a:t>
            </a:r>
          </a:p>
        </p:txBody>
      </p:sp>
    </p:spTree>
    <p:extLst>
      <p:ext uri="{BB962C8B-B14F-4D97-AF65-F5344CB8AC3E}">
        <p14:creationId xmlns:p14="http://schemas.microsoft.com/office/powerpoint/2010/main" val="307976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Yo how far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Manuel.fk</dc:creator>
  <cp:lastModifiedBy> Manuel.fk</cp:lastModifiedBy>
  <cp:revision>2</cp:revision>
  <dcterms:created xsi:type="dcterms:W3CDTF">2026-07-09T01:41:27Z</dcterms:created>
  <dcterms:modified xsi:type="dcterms:W3CDTF">2026-07-09T02:27:54Z</dcterms:modified>
</cp:coreProperties>
</file>