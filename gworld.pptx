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87"/>
  </p:normalViewPr>
  <p:slideViewPr>
    <p:cSldViewPr snapToGrid="0">
      <p:cViewPr varScale="1">
        <p:scale>
          <a:sx n="104" d="100"/>
          <a:sy n="104" d="100"/>
        </p:scale>
        <p:origin x="800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B9FB63-5B15-EACC-6CA2-509CC15413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1F5012-6393-D28E-EB1C-026D897208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6F50BC-E47D-FFA5-B5CB-39AE83D82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DE44A-B0D4-9446-B36A-9BD5069F8526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BDB9EA-4FFD-CE05-B883-D80671F1EB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98875D-29BC-97D6-C85D-8F4563389C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AB92A-004C-DD47-9E58-00C1C99D02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0038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74011-9E08-E0E7-503A-1A82E337A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2AB798-38D9-2F67-DBED-78D85A1ACB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1D18C7-7170-FCA4-381B-3CBFE52B00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DE44A-B0D4-9446-B36A-9BD5069F8526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15424F-9373-3C75-98E3-36417CC25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646572-E9EF-720C-ADC6-3F21FB378A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AB92A-004C-DD47-9E58-00C1C99D02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719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5E7FA-9141-517B-30F6-D17E0774FA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C9345F-E2A7-8DB6-CBA8-B2BE15985C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08F193-7FBF-AF9A-97AE-97C258C3F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DE44A-B0D4-9446-B36A-9BD5069F8526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497382-675A-F620-F5B5-2500F52014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D460DB-73B3-5D58-3A11-FA4B1CAB91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AB92A-004C-DD47-9E58-00C1C99D02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1189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7F1610-B7F4-9B80-2E07-FD1A789F1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F2DB2E-3FCD-E37B-4C50-0EC496B9EC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CDE672-7330-436D-0190-8D0BD280FEC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74D168-2771-20F9-BB4B-8823F78BD7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DE44A-B0D4-9446-B36A-9BD5069F8526}" type="datetimeFigureOut">
              <a:rPr lang="en-US" smtClean="0"/>
              <a:t>7/9/26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B59FF1-783D-21E9-D3AB-30D605DD38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3DACBA-89BB-9D15-9349-1B9B62A848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AB92A-004C-DD47-9E58-00C1C99D02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6559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BEECC-9A1A-4165-FC04-888FD82D7B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60BC1E-B77C-1C78-5A8B-4E334D8E20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B40024-89B4-EFE0-62AD-5E49504ABB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5CB952-9B67-F81A-AAAF-BDF25F74B0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B249A1D-2C5F-6CB3-D51F-394DD8753CD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61A65F1-D8D3-4D69-A740-3A088C7B3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DE44A-B0D4-9446-B36A-9BD5069F8526}" type="datetimeFigureOut">
              <a:rPr lang="en-US" smtClean="0"/>
              <a:t>7/9/26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6A01C2B-85BC-9528-9551-47E4D6470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84CC79-973B-D04B-B25E-9FB23963F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AB92A-004C-DD47-9E58-00C1C99D02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6429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F152E6-3B6F-7B59-24AB-C9FE76840C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2DEF4D1-BC98-D97E-D246-1F80B1B29F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DE44A-B0D4-9446-B36A-9BD5069F8526}" type="datetimeFigureOut">
              <a:rPr lang="en-US" smtClean="0"/>
              <a:t>7/9/26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67CAF2-B3F2-DA0A-32E5-4C88F180A3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BE1ECD0-E8B8-9FBA-C8E6-8429A3D52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AB92A-004C-DD47-9E58-00C1C99D02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0481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E1D0A85-8078-41A2-B646-B5732B444B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DE44A-B0D4-9446-B36A-9BD5069F8526}" type="datetimeFigureOut">
              <a:rPr lang="en-US" smtClean="0"/>
              <a:t>7/9/26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6FE327D-C558-B810-C1E9-535AAB0AFA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8772B5-3CE7-A39A-D778-DEDD30DA1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AB92A-004C-DD47-9E58-00C1C99D02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3057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DBE1E-000B-A3F6-4103-EBDA882BC1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4745E2-92C8-0263-29CD-811EB27B4C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6B39FA-D67E-7FF7-0B1D-DCF091D95A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4B249B-9714-01AE-DC30-35C08E2BCF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DE44A-B0D4-9446-B36A-9BD5069F8526}" type="datetimeFigureOut">
              <a:rPr lang="en-US" smtClean="0"/>
              <a:t>7/9/26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1057AF-A94F-76E2-27C5-5A9CBEE94C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0644FCA-17BE-2E47-0798-84925D6A9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AB92A-004C-DD47-9E58-00C1C99D02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71892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BFA94C-8995-4150-2574-D6FB182EEE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F443F36-16A3-B746-3ADE-19B710D75D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0F0290-5E3F-0D3E-76EA-F7AA1A9449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56F1A4-77C2-34A7-0FC8-A7C6DA41C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DE44A-B0D4-9446-B36A-9BD5069F8526}" type="datetimeFigureOut">
              <a:rPr lang="en-US" smtClean="0"/>
              <a:t>7/9/26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6418A9-2474-56E0-7913-1038599E45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3C3F24-D005-49A9-1AAE-86D49B6165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AB92A-004C-DD47-9E58-00C1C99D02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21827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FF5D5-CB2F-E7B0-FDF4-B51A43645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79FA2BE-217E-320C-C429-A76B72B46D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ADFCE5-F237-1E6B-A975-AB62B87F79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DE44A-B0D4-9446-B36A-9BD5069F8526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4197F2-B38B-1B67-D0A7-DEBA72700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3C754B-B316-8F68-C269-8EFCB8A517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AB92A-004C-DD47-9E58-00C1C99D02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6873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F0870A-BF9C-A58A-343B-F69BD325296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E41E0E-D028-52F2-DC03-D7B90811D2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2D8634-6033-8BC6-DEEC-9E4778DA7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DE44A-B0D4-9446-B36A-9BD5069F8526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16FFF1-8AB1-007B-82C2-37159C0E43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A5393E-FDBD-DFC1-7D02-7E4D77A8A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AB92A-004C-DD47-9E58-00C1C99D02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167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2A2BC0A-4D24-229A-1C92-69D62486D8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B4BB63B-4491-3E6F-EA8C-FE37811475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3E0C5F-AF55-B44A-B145-4C247FB4971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2DE44A-B0D4-9446-B36A-9BD5069F8526}" type="datetimeFigureOut">
              <a:rPr lang="en-US" smtClean="0"/>
              <a:t>7/9/26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E6A912-B23F-E6CC-1D5D-D8AB17D8E5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A12E80-EA2C-8850-4726-D32D5A92B2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EAB92A-004C-DD47-9E58-00C1C99D022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8398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D4F697-C302-9818-C65F-DDC2E108E74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Yo</a:t>
            </a:r>
            <a:r>
              <a:rPr lang="en-US"/>
              <a:t> how far </a:t>
            </a:r>
            <a:br>
              <a:rPr lang="en-US"/>
            </a:b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97955C-779B-4B9E-C48E-B4CD5F2EECB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76537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</Words>
  <Application>Microsoft Macintosh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Yo how far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 Manuel.fk</dc:creator>
  <cp:lastModifiedBy> Manuel.fk</cp:lastModifiedBy>
  <cp:revision>1</cp:revision>
  <dcterms:created xsi:type="dcterms:W3CDTF">2026-07-09T01:41:27Z</dcterms:created>
  <dcterms:modified xsi:type="dcterms:W3CDTF">2026-07-09T01:41:42Z</dcterms:modified>
</cp:coreProperties>
</file>